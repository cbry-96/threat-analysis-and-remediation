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EJECUTIVO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Incidente de Ciberseguridad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813816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057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crítico comprometido · Análisis forense · Pentesting WordPress · ISO 27001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Bryan Calderón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4Geeks Academy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22 de mayo de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NIST SP 800-61 · PTES · ISO/IEC 27001:2022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4526280"/>
            <a:ext cx="2011680" cy="365760"/>
          </a:xfrm>
          <a:prstGeom prst="rect">
            <a:avLst>
              <a:gd name="adj" fmla="val 1250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4526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Debian Linux del laboratorio de 4Geeks Academy fue analizado y se encontró comprometido por múltiples vulnerabilidades críticas de configuración. El análisis abarcó análisis forense (Fase 1), prueba de penetración contra WordPress (Fase 2), y el desarrollo de un plan de respuesta a incidentes conforme a ISO 27001 (Fase 3).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011680"/>
            <a:ext cx="1965960" cy="10972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1214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0040" y="2788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01168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2011680"/>
            <a:ext cx="196596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214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468880" y="2788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Críticas con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confirmado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17720" y="201168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2011680"/>
            <a:ext cx="196596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1214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4617720" y="2788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remediadas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2011680"/>
            <a:ext cx="1965960" cy="1417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2011680"/>
            <a:ext cx="1965960" cy="10972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212140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4h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6766560" y="278892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total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remediación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278892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03320"/>
            <a:ext cx="164592" cy="11430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Forense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6072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servicios expuestos, logs, usuarios y corrección del servidor comprometido.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703320"/>
            <a:ext cx="278892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703320"/>
            <a:ext cx="164592" cy="11430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Pentesting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56432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Explotación controlada de WordPress: RCE como www-data obtenido y remediado.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80760" y="3703320"/>
            <a:ext cx="2788920" cy="1143000"/>
          </a:xfrm>
          <a:prstGeom prst="rect">
            <a:avLst/>
          </a:prstGeom>
          <a:solidFill>
            <a:srgbClr val="E8F4FD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0760" y="3703320"/>
            <a:ext cx="164592" cy="11430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36792" y="3749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Cumplimiento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36792" y="40690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NIST SP 800-61 + SGSI ISO 27001 con análisis de riesgos y políticas DLP.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CRÍTICOS – FASE 1: ANÁLISIS FORENSE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850392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0"/>
            <a:ext cx="914400" cy="6949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143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expuesto (Puerto 21 – vsftpd)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444752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Transmitía credenciales en texto plano. Accesible desde cualquier equipo de la red sin restricción de IP.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865376"/>
            <a:ext cx="914400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865376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1911096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 sin cifrado (Puerto 80)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212848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HTTPS, sin hardening. Versión visible en cabeceras. Errores de configuración en logs de Apache.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33472"/>
            <a:ext cx="850392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633472"/>
            <a:ext cx="914400" cy="6949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633472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26791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sin hardening (Puerto 22)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980944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activo, MaxAuthTries 6, LoginGraceTime 120s. Sin fail2ban.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401568"/>
            <a:ext cx="8503920" cy="69494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401568"/>
            <a:ext cx="914400" cy="694944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401568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325880" y="344728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activo innecesariamente (Puerto 631)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749040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impresión sin función en un servidor. Expuesto a CVEs críticos de septiembre 2024.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69664"/>
            <a:ext cx="8503920" cy="6949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4169664"/>
            <a:ext cx="914400" cy="6949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169664"/>
            <a:ext cx="914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421538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con evidencia de compromiso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517136"/>
            <a:ext cx="74066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pam_unix conversation failed + unix_chkpwd password check failed. Evidencia desde julio 2024.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ATAQUE – FASE 2: PENTESTING WORDPRESS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1508760" cy="2560320"/>
          </a:xfrm>
          <a:prstGeom prst="rect">
            <a:avLst/>
          </a:prstGeom>
          <a:solidFill>
            <a:srgbClr val="E8F4FD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1508760" cy="4572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188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Reconocimiento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+ WPScan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'wordpress-user'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encontrado via API REST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83080" y="24688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83664" y="2331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011680" y="1188720"/>
            <a:ext cx="1508760" cy="25603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1188720"/>
            <a:ext cx="15087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468880" y="1188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wp-config.php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DB_PASSWORD = '123456'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texto plano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20440" y="24688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1024" y="2331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49040" y="1188720"/>
            <a:ext cx="1508760" cy="2560320"/>
          </a:xfrm>
          <a:prstGeom prst="rect">
            <a:avLst/>
          </a:prstGeom>
          <a:solidFill>
            <a:srgbClr val="FFF3E0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49040" y="1188720"/>
            <a:ext cx="15087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06240" y="1188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BD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comprometida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WordPress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cambiada via SQL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57800" y="24688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58384" y="2331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0" y="1188720"/>
            <a:ext cx="1508760" cy="256032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0" y="1188720"/>
            <a:ext cx="1508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943600" y="1188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wp-admin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7784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 al panel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administración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obtenido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95160" y="246888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095744" y="2331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1188720"/>
            <a:ext cx="1508760" cy="256032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23760" y="1188720"/>
            <a:ext cx="150876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680960" y="11887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315200" y="1737360"/>
            <a:ext cx="13258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malicioso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shell.php → whoami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www-data confirmado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931920"/>
            <a:ext cx="8595360" cy="868680"/>
          </a:xfrm>
          <a:prstGeom prst="rect">
            <a:avLst/>
          </a:prstGeom>
          <a:solidFill>
            <a:srgbClr val="FFEBEB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97764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Ejecución remota de código (RCE) como usuario www-data confirmada. Lectura completa de /etc/passwd. Servidor comprometido en &lt; 20 minutos desde el reconocimiento inicial.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POTENCIAL DEL INCIDENTE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sobre Triada CIA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114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548640" cy="8686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960120" y="16276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Confidencialidad — CRÍTICO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BD, /etc/passwd y archivos del servidor accesibles sin autenticación.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60320"/>
            <a:ext cx="4114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560320"/>
            <a:ext cx="548640" cy="8686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960120" y="26334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 — ALTO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malicioso instalado. Modificación de wp_options y wp_users en base de datos.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4114800" cy="8686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566160"/>
            <a:ext cx="548640" cy="8686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5661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0120" y="36393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— MEDIO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crashes registrados desde julio 2024. Servidor inestable sin monitorización.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del incidente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554480"/>
            <a:ext cx="2011680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meses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84632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exposición estimado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(julio 2024 – 22 de mayo de 2026)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2011680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017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846320" y="3547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seguridad activas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período de ataque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554480"/>
            <a:ext cx="2011680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49440" y="1645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040880" y="21762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para obtener RCE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reconocimiento inicial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2926080"/>
            <a:ext cx="2011680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D486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30175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040880" y="354787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obligación de notificación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AEPD si hay datos personales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CORRECTIVAS EJECUTADAS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6459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612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FTP deshabilitado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stop/disable vsftpd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21 cerrado y verificado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97280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00400" y="16459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1612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CUPS deshabilitado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94760" y="1508760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stop/disable cups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 4 symlinks del sistema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097280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097280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097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16459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75120" y="1161288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hardening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508760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PermitRootLogin no · MaxAuthTries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LoginGraceTime 30 segundos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359152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359152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3591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0040" y="29077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2423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actualizado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update &amp;&amp; apt upgrade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Libpam, libcap2, e2fsprogs parcheados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359152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359152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0" y="23591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00400" y="29077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794760" y="2423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debian cambiada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94760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passwd debian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por defecto eliminada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080760" y="2359152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0760" y="2359152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235915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80760" y="290779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675120" y="24231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malicioso eliminado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75120" y="2770632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-rf wp-content/plugins/shell/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→ 404 verificado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621024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621024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6210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20040" y="41696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14400" y="368503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XML-RPC bloqueado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914400" y="4032504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.htaccess: Deny from all para xmlrpc.php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de fuerza bruta eliminado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200400" y="3621024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0" y="3621024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0" y="36210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00400" y="41696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794760" y="368503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 BD fortalecida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794760" y="4032504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123456 → Wordpress1234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wp-config.php actualizado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080760" y="3621024"/>
            <a:ext cx="2743200" cy="1170432"/>
          </a:xfrm>
          <a:prstGeom prst="rect">
            <a:avLst/>
          </a:prstGeom>
          <a:solidFill>
            <a:srgbClr val="F0FFF6"/>
          </a:solidFill>
          <a:ln w="1270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080760" y="3621024"/>
            <a:ext cx="502920" cy="11704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80760" y="362102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080760" y="416966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6675120" y="3685032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DISALLOW_FILE_MODS activo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75120" y="4032504"/>
            <a:ext cx="208483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wp-config.php: true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de plugins deshabilitado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RESPUESTA · SGSI ISO/IEC 27001:2022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NIST SP 800-61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4114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08760"/>
            <a:ext cx="411480" cy="74980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157276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8562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de activos, herramientas forenses, contactos de respuesta y controles preventivos.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350008"/>
            <a:ext cx="4114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50008"/>
            <a:ext cx="411480" cy="7498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350008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41401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análisis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logs, IoCs identificados, análisis forense con journalctl, ss, last.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91256"/>
            <a:ext cx="4114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191256"/>
            <a:ext cx="411480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91256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3255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Contención y erradicación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5387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detenidos, plugin eliminado, credenciales revocadas, sistema limpiado.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032504"/>
            <a:ext cx="4114800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032504"/>
            <a:ext cx="411480" cy="74980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32504"/>
            <a:ext cx="411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2960" y="409651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437997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actualizado, hardening aplicado, verificación de servicios y monitorización.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54880" y="10515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SGSI ISO/IEC 27001:2022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402336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50876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32120" y="150876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Accesos privilegiados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589520" y="1572768"/>
            <a:ext cx="109728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15727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754880" y="1943100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94310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32120" y="194310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segura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2007108"/>
            <a:ext cx="1097280" cy="25603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20071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54880" y="2377440"/>
            <a:ext cx="402336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237744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A.8.8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32120" y="237744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vulnerab.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589520" y="2441448"/>
            <a:ext cx="1097280" cy="256032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89520" y="2441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2811780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281178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32120" y="281178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de información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89520" y="2875788"/>
            <a:ext cx="1097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0" y="28757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3246120"/>
            <a:ext cx="402336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24612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32120" y="324612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monitorización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589520" y="3310128"/>
            <a:ext cx="1097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331012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3680460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368046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A.8.20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32120" y="368046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 redes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89520" y="3744468"/>
            <a:ext cx="1097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37444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54880" y="4114800"/>
            <a:ext cx="4023360" cy="3931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411480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A.8.24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532120" y="411480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Criptografía (HTTPS)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589520" y="4178808"/>
            <a:ext cx="10972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9520" y="41788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4754880" y="4549140"/>
            <a:ext cx="402336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4549140"/>
            <a:ext cx="640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A.5.29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532120" y="4549140"/>
            <a:ext cx="20574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incidentes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7589520" y="4613148"/>
            <a:ext cx="1097280" cy="2560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0" y="46131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PARA LA DIRECCIÓN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274320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64208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UFW: denegar todo excepto 22, 80, 443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HTTPS con TLS 1.3 en Apache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540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fail2ban para SSH y wp-login.php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Activar autenticación 2FA en WordPress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554480"/>
            <a:ext cx="274320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337560" y="1664208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backups diarios cifrados con GPG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3591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AIDE para monitorización de integridad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0540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Restringir API REST de WordPress (usuarios autenticados)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7490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logwatch con alertas por email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097280"/>
            <a:ext cx="2743200" cy="4572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097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3–12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080760" y="1554480"/>
            <a:ext cx="2743200" cy="2971800"/>
          </a:xfrm>
          <a:prstGeom prst="rect">
            <a:avLst/>
          </a:prstGeom>
          <a:solidFill>
            <a:srgbClr val="F1F5F9"/>
          </a:solidFill>
          <a:ln w="1270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17920" y="1664208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interna del SGSI ISO 27001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359152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Escaneos de vulnerabilidades trimestrales (Lynis, OpenVAS)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054096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anual del análisis de riesgos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3749040"/>
            <a:ext cx="24871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formal de gestión de cambios y parches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seguridad no es un estado — es un proceso continuo. La mayoría de los compromisos son prevenibles con configuración básica correcta y monitorización activa.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9601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ISO 27001 IMPLEMENTADOS — 22 MAYO 2026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final de implementación técnica completada. Cuatro controles del Anexo A elevados de PENDIENTE a IMPLEMENTADO.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2011680" cy="3246120"/>
          </a:xfrm>
          <a:prstGeom prst="rect">
            <a:avLst/>
          </a:prstGeom>
          <a:solidFill>
            <a:srgbClr val="F1F5F9"/>
          </a:solidFill>
          <a:ln w="1905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554480"/>
            <a:ext cx="20116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A.8.20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Firewall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4884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activo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deny-all incoming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Allow: 22, 80, 443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+ IPv6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886200"/>
            <a:ext cx="1828800" cy="640080"/>
          </a:xfrm>
          <a:prstGeom prst="rect">
            <a:avLst/>
          </a:prstGeom>
          <a:solidFill>
            <a:srgbClr val="E8F5E9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enable → active ✓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1554480"/>
            <a:ext cx="2011680" cy="3246120"/>
          </a:xfrm>
          <a:prstGeom prst="rect">
            <a:avLst/>
          </a:prstGeom>
          <a:solidFill>
            <a:srgbClr val="F1F5F9"/>
          </a:solidFill>
          <a:ln w="19050">
            <a:solidFill>
              <a:srgbClr val="1A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554480"/>
            <a:ext cx="2011680" cy="5029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46888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Criptografía HTTPS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60320" y="214884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HTTPS 443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SSL RSA 2048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HSTS max-age=31536000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verificado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60320" y="3886200"/>
            <a:ext cx="1828800" cy="640080"/>
          </a:xfrm>
          <a:prstGeom prst="rect">
            <a:avLst/>
          </a:prstGeom>
          <a:solidFill>
            <a:srgbClr val="E8F5E9"/>
          </a:solidFill>
          <a:ln w="10160">
            <a:solidFill>
              <a:srgbClr val="1A3A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-k https://... → 200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1554480"/>
            <a:ext cx="2011680" cy="3246120"/>
          </a:xfrm>
          <a:prstGeom prst="rect">
            <a:avLst/>
          </a:prstGeom>
          <a:solidFill>
            <a:srgbClr val="F1F5F9"/>
          </a:solidFill>
          <a:ln w="19050">
            <a:solidFill>
              <a:srgbClr val="1A7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554480"/>
            <a:ext cx="201168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Información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09160" y="214884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mysqldump + tar.gz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diario 02:00 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Retención 90 días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DB: 796KB · Web: 32MB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886200"/>
            <a:ext cx="1828800" cy="640080"/>
          </a:xfrm>
          <a:prstGeom prst="rect">
            <a:avLst/>
          </a:prstGeom>
          <a:solidFill>
            <a:srgbClr val="E8F5E9"/>
          </a:solidFill>
          <a:ln w="1016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cron.d/backup-iso27001 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1554480"/>
            <a:ext cx="2011680" cy="3246120"/>
          </a:xfrm>
          <a:prstGeom prst="rect">
            <a:avLst/>
          </a:prstGeom>
          <a:solidFill>
            <a:srgbClr val="F1F5F9"/>
          </a:solidFill>
          <a:ln w="19050">
            <a:solidFill>
              <a:srgbClr val="0A7E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554480"/>
            <a:ext cx="20116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0" y="1554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A.8.15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0" y="18288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Logs 90d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0" y="2148840"/>
            <a:ext cx="1828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journald 90 días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SystemMaxUse 500M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logrotate Apache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rotaciones diarias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858000" y="3886200"/>
            <a:ext cx="1828800" cy="640080"/>
          </a:xfrm>
          <a:prstGeom prst="rect">
            <a:avLst/>
          </a:prstGeom>
          <a:solidFill>
            <a:srgbClr val="E8F5E9"/>
          </a:solidFill>
          <a:ln w="10160">
            <a:solidFill>
              <a:srgbClr val="0A7E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7E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--verify PASS 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E8F5E9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ISO 27001 al 22/05/2026:  6 controles IMPLEMENTADOS (67%)  ·  2 PARCIALES (22%)  ·  1 PENDIENTE (11%)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0"/>
          </a:xfrm>
          <a:prstGeom prst="line">
            <a:avLst/>
          </a:prstGeom>
          <a:noFill/>
          <a:ln w="19050">
            <a:solidFill>
              <a:srgbClr val="0A7EA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600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4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Debian fue comprometido por configuraciones inseguras por defecto que permanecieron sin revisar durante más de 10 meses. El análisis forense, el pentesting controlado y la implementación del SGSI demuestran que la postura de seguridad puede mejorarse de forma significativa con medidas básicas correctamente aplicadas.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834640"/>
            <a:ext cx="411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3464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87121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básica primero — El 90% de los compromisos son prevenibles con contraseñas robustas, servicios mínimos y actualizaciones periódicas.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411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474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51129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Monitorización continua — Los logs tenían evidencia del ataque durante meses. Sin alertas activas, la detección es imposible en tiempo real.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4114800"/>
            <a:ext cx="411480" cy="50292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411480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151376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Proceso, no producto — ISO 27001 no es un certificado — es un ciclo de mejora continua que protege los activos de información de forma sostenible.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8138160" cy="0"/>
          </a:xfrm>
          <a:prstGeom prst="line">
            <a:avLst/>
          </a:prstGeom>
          <a:noFill/>
          <a:ln w="10160">
            <a:solidFill>
              <a:srgbClr val="2A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736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Bryan Calderón  ·  Bootcamp de Ciberseguridad  ·  4Geeks Academy  ·  22 de mayo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 Ejecutivo – Respuesta a Incidente de Ciberseguridad</dc:title>
  <dc:subject>PptxGenJS Presentation</dc:subject>
  <dc:creator>Bryan Calderón</dc:creator>
  <cp:lastModifiedBy>Bryan Calderón</cp:lastModifiedBy>
  <cp:revision>1</cp:revision>
  <dcterms:created xsi:type="dcterms:W3CDTF">2026-05-22T15:07:30Z</dcterms:created>
  <dcterms:modified xsi:type="dcterms:W3CDTF">2026-05-22T15:07:30Z</dcterms:modified>
</cp:coreProperties>
</file>